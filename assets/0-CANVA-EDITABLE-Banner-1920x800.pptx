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76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1920x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762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8250" y="1447800"/>
            <a:ext cx="6667500" cy="342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>
                <a:solidFill>
                  <a:srgbClr val="183D2D"/>
                </a:solidFill>
                <a:latin typeface="Lato"/>
              </a:rPr>
              <a:t>THE STRONG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1100" y="1905000"/>
            <a:ext cx="5715000" cy="12382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600">
                <a:solidFill>
                  <a:srgbClr val="183D2D"/>
                </a:solidFill>
                <a:latin typeface="Cormorant Garamond"/>
              </a:rPr>
              <a:t>YOUR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100" y="3028950"/>
            <a:ext cx="6667500" cy="12382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600">
                <a:solidFill>
                  <a:srgbClr val="183D2D"/>
                </a:solidFill>
                <a:latin typeface="Cormorant Garamond"/>
              </a:rPr>
              <a:t>STRONG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4171950"/>
            <a:ext cx="8191500" cy="11906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700">
                <a:solidFill>
                  <a:srgbClr val="B59645"/>
                </a:solidFill>
                <a:latin typeface="Cormorant Garamond"/>
              </a:rPr>
              <a:t>STARTS 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8250" y="5524500"/>
            <a:ext cx="647700" cy="23812"/>
          </a:xfrm>
          <a:prstGeom prst="rect">
            <a:avLst/>
          </a:prstGeom>
          <a:solidFill>
            <a:srgbClr val="B59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8250" y="5772150"/>
            <a:ext cx="7429500" cy="342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>
                <a:solidFill>
                  <a:srgbClr val="183D2D"/>
                </a:solidFill>
                <a:latin typeface="Lato"/>
              </a:rPr>
              <a:t>TRAIN THE MIND. THE BODY FOLLOWS.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